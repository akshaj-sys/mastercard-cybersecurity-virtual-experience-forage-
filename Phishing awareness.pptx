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9"/>
    </p:embeddedFon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50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/>
              <a:t>Familiarize yourself with phishing attacks</a:t>
            </a:r>
            <a:endParaRPr sz="2933" dirty="0"/>
          </a:p>
          <a:p>
            <a:pPr lvl="0"/>
            <a:r>
              <a:rPr lang="en-IN" sz="2800" b="0" dirty="0"/>
              <a:t>HR and Marketing teams</a:t>
            </a:r>
            <a:endParaRPr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668177" y="1254491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What is phishing ?</a:t>
            </a:r>
            <a:endParaRPr sz="2400" dirty="0"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512956" y="1772075"/>
            <a:ext cx="8222166" cy="3112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46050" indent="0">
              <a:lnSpc>
                <a:spcPct val="160000"/>
              </a:lnSpc>
              <a:buNone/>
            </a:pPr>
            <a:r>
              <a:rPr lang="en-US" sz="1400" dirty="0">
                <a:latin typeface="Bahnschrift Light" panose="020B0502040204020203" pitchFamily="34" charset="0"/>
              </a:rPr>
              <a:t>Phishing is a deceptive attempt carried out through emails, websites  and other methods and mediums to trick individuals into providing sensitive or confidential  information such as: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Passwords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Personal information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Company credentials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latin typeface="Bahnschrift Light" panose="020B0502040204020203" pitchFamily="34" charset="0"/>
              </a:rPr>
              <a:t>Examples of such emails include: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Fake mails from IT department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Fake security alerts regarding changing your password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Bahnschrift Light" panose="020B0502040204020203" pitchFamily="34" charset="0"/>
              </a:rPr>
              <a:t>Fake offers or benefits mails which advertises about company giving special rewards or offers to  employees (these are more prevalent during events or special days such as black Friday) </a:t>
            </a:r>
          </a:p>
          <a:p>
            <a:pPr marL="146050" indent="0">
              <a:lnSpc>
                <a:spcPct val="150000"/>
              </a:lnSpc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83221" y="2014654"/>
            <a:ext cx="8199862" cy="2854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>
                <a:latin typeface="Bahnschrift Light" panose="020B0502040204020203" pitchFamily="34" charset="0"/>
              </a:rPr>
              <a:t>Some Red flags include: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Emails showing urgency and fear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Requesting for password or other personal information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Work related emails sent through public email services like Gmail or Outlook instead of company’s domain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Grammatical mistakes or typos present in the mail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Links that don’t clearly match with the company’s website and point towards other external websites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Unexpected emails about rewards, resets, or incidents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pPr marL="285750" indent="-285750">
              <a:spcAft>
                <a:spcPts val="1200"/>
              </a:spcAft>
            </a:pP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 to spot phishing emails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D75A-4635-ACAB-832C-E9785355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Phishing Tactics Used by Attackers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BB04F-A152-DAA3-55F1-A5DA4830B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80" y="1940312"/>
            <a:ext cx="8318810" cy="28695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Use of social engineering tactics like fearful terms which creates a sense of fear and urgency within employees and thus makes them click on fake links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Some emails which are related to rewards use exciting terms which makes the employees overexcited and this tactic also makes employees click on such links having expectation of rewards </a:t>
            </a:r>
          </a:p>
          <a:p>
            <a:pPr marL="146050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89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FCE11-0F5E-B393-1C36-B82986FD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5A3F-B73A-C52C-08C2-C3EFE2C6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Phishing Tactics Used by Attackers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55E56-A28C-EC70-EE61-FBA767FA6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80" y="1940312"/>
            <a:ext cx="8318810" cy="28695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Vishing: This tactic use phone calls or fake voice messages to trick people into sharing confidential data. HR department is commonly targeted by vishing through fake calls/voice messages for payrolls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Whaling: This attack involves targeting high profile employees, managers or executives of the company or of a particular department in order to extract company’s or department’s confidential data. Marketing department is commonly targeted by whaling through fake executive requests or vendor impersonation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31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579863" y="2078874"/>
            <a:ext cx="8058615" cy="2760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Bahnschrift Light" panose="020B0502040204020203" pitchFamily="34" charset="0"/>
              </a:rPr>
              <a:t>Never enter password or personal information via email links 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Bahnschrift Light" panose="020B0502040204020203" pitchFamily="34" charset="0"/>
              </a:rPr>
              <a:t>Hover over the link before clicking on it many of the links are masked and hide the suspicious part under it 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Bahnschrift Light" panose="020B0502040204020203" pitchFamily="34" charset="0"/>
              </a:rPr>
              <a:t>Whenever you get any security alerts always verify it with the IT or the security department 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Bahnschrift Light" panose="020B0502040204020203" pitchFamily="34" charset="0"/>
              </a:rPr>
              <a:t>Whenever you feel suspicious about calls or voice messages always verify with the vendors or the concerned department 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latin typeface="Bahnschrift Light" panose="020B0502040204020203" pitchFamily="34" charset="0"/>
              </a:rPr>
              <a:t>Report suspicious emails or any kind of security compromise immediately to the IT or security department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398</Words>
  <Application>Microsoft Office PowerPoint</Application>
  <PresentationFormat>On-screen Show (16:9)</PresentationFormat>
  <Paragraphs>33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Lato</vt:lpstr>
      <vt:lpstr>Bahnschrift Light</vt:lpstr>
      <vt:lpstr>Raleway</vt:lpstr>
      <vt:lpstr>Arial</vt:lpstr>
      <vt:lpstr>Streamline</vt:lpstr>
      <vt:lpstr>Familiarize yourself with phishing attacks HR and Marketing teams</vt:lpstr>
      <vt:lpstr>What is phishing ?</vt:lpstr>
      <vt:lpstr>Learn to spot phishing emails</vt:lpstr>
      <vt:lpstr>Common Phishing Tactics Used by Attackers</vt:lpstr>
      <vt:lpstr>Common Phishing Tactics Used by Attackers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Akshaj Pathak</cp:lastModifiedBy>
  <cp:revision>6</cp:revision>
  <dcterms:modified xsi:type="dcterms:W3CDTF">2026-01-05T11:30:14Z</dcterms:modified>
</cp:coreProperties>
</file>